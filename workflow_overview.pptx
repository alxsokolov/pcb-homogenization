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Calibri"/>
              </a:rPr>
              <a:t>From Inputs to Fatigue-Life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77980"/>
                </a:solidFill>
                <a:latin typeface="Calibri"/>
              </a:rPr>
              <a:t>Everything a solder-joint thermal-cycling study needs, and everything it produces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3483864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2544" y="1508760"/>
            <a:ext cx="3483864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56448" y="1508760"/>
            <a:ext cx="3483864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64792"/>
            <a:ext cx="2935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Calibri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6864" y="1764792"/>
            <a:ext cx="2935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Calibri"/>
              </a:rPr>
              <a:t>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1764792"/>
            <a:ext cx="2935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Calibri"/>
              </a:rPr>
              <a:t>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130552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77980"/>
                </a:solidFill>
                <a:latin typeface="Calibri"/>
              </a:rPr>
              <a:t>ANSYS Mechanical APDL · PyAnsys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2670048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60320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Component archive (.cdb) — partner ANSYS 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383280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273552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Board layout (Gerber / ODB++) → meshed 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" y="4096512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986784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Material properties + solder creep law (SAC305)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" y="4809744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Thermal cycling profile (YAML)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6864" y="2670048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82896" y="2560320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Import &amp; merge component + board; remap material IDs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26864" y="3383280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3273552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Apply thermal profile; solve nonlinear creep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26864" y="4096512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2896" y="3986784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→ solved result file: pyansys_assembly.rst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0768" y="2670048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560320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Applied temperature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0768" y="3291840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182112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Solder creep-strain history (max / mean)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0768" y="3913632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803904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Critical-volume CRACC_zone(t) + 3-D 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30768" y="4535424"/>
            <a:ext cx="109728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425696"/>
            <a:ext cx="26791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333338"/>
                </a:solidFill>
                <a:latin typeface="Calibri"/>
              </a:rPr>
              <a:t>Per-cycle strain increment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5212079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77980"/>
                </a:solidFill>
                <a:latin typeface="Calibri"/>
              </a:rPr>
              <a:t>FATIGUE-LIFE LAW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5504688"/>
            <a:ext cx="2935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95F2E"/>
                </a:solidFill>
                <a:latin typeface="Calibri"/>
              </a:rPr>
              <a:t>Nf = C·(Δεcr)⁻ⁿ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050791" y="3717035"/>
            <a:ext cx="283464" cy="201168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D9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7854696" y="3717035"/>
            <a:ext cx="283464" cy="201168"/>
          </a:xfrm>
          <a:prstGeom prst="rightArrow">
            <a:avLst>
              <a:gd name="adj1" fmla="val 55000"/>
              <a:gd name="adj2" fmla="val 65000"/>
            </a:avLst>
          </a:prstGeom>
          <a:solidFill>
            <a:srgbClr val="D95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777980"/>
                </a:solidFill>
                <a:latin typeface="Calibri"/>
              </a:rPr>
              <a:t>All results are written to  &lt;sample_dir&gt;/results/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